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334500" cy="5257800"/>
  <p:notesSz cx="5257800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Specialist Swarm — Harry Potter's Crew - Slidev</dc:title>
  <dc:subject>PptxGenJS Presentation</dc:subject>
  <dc:creator>Harry Potter's Crew</dc:creator>
  <cp:lastModifiedBy>Harry Potter's Crew</cp:lastModifiedBy>
  <cp:revision>1</cp:revision>
  <dcterms:created xsi:type="dcterms:W3CDTF">2026-05-21T14:50:42Z</dcterms:created>
  <dcterms:modified xsi:type="dcterms:W3CDTF">2026-05-21T14:50:42Z</dcterms:modified>
</cp:coreProperties>
</file>